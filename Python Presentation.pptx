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17" r:id="rId5"/>
    <p:sldId id="309" r:id="rId6"/>
    <p:sldId id="310" r:id="rId7"/>
    <p:sldId id="312" r:id="rId8"/>
    <p:sldId id="311" r:id="rId9"/>
    <p:sldId id="316" r:id="rId10"/>
    <p:sldId id="314" r:id="rId11"/>
    <p:sldId id="30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405" autoAdjust="0"/>
  </p:normalViewPr>
  <p:slideViewPr>
    <p:cSldViewPr snapToGrid="0">
      <p:cViewPr>
        <p:scale>
          <a:sx n="80" d="100"/>
          <a:sy n="80" d="100"/>
        </p:scale>
        <p:origin x="710" y="4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7/16/2026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7/16/2026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sz="6600" b="1" dirty="0">
                <a:ea typeface="Google Sans" pitchFamily="2" charset="0"/>
                <a:cs typeface="Google Sans" pitchFamily="2" charset="0"/>
              </a:rPr>
              <a:t>Lists and Tuples 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Introduction to Lists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416800" cy="3604306"/>
          </a:xfrm>
        </p:spPr>
        <p:txBody>
          <a:bodyPr>
            <a:normAutofit/>
          </a:bodyPr>
          <a:lstStyle/>
          <a:p>
            <a:r>
              <a:rPr lang="en-US" sz="2800" dirty="0"/>
              <a:t>Lists are ordered, mutable sequence of items . It allows us to manage collections of data .</a:t>
            </a:r>
          </a:p>
          <a:p>
            <a:r>
              <a:rPr lang="en-US" sz="2800" b="1" dirty="0"/>
              <a:t>Features: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Ordered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Mutable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Can store different data types for </a:t>
            </a:r>
            <a:r>
              <a:rPr lang="en-US" sz="2400" dirty="0" err="1"/>
              <a:t>e.g</a:t>
            </a:r>
            <a:r>
              <a:rPr lang="en-US" sz="2400" dirty="0"/>
              <a:t> : strings, integers, float, Boolean etc.</a:t>
            </a:r>
          </a:p>
          <a:p>
            <a:r>
              <a:rPr lang="en-US" sz="2400" dirty="0"/>
              <a:t>Lists use syntax “</a:t>
            </a:r>
            <a:r>
              <a:rPr lang="en-US" sz="2400" b="1" dirty="0"/>
              <a:t>[ ]</a:t>
            </a:r>
            <a:r>
              <a:rPr lang="en-US" sz="2400" dirty="0"/>
              <a:t>”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1243484-314E-7679-7581-1380D40B22B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3501" y="225139"/>
            <a:ext cx="10927023" cy="2437638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+mj-lt"/>
              </a:rPr>
              <a:t>Common List operations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Accessing elements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Adding elements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Removing elements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Updating elements 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068F3CEB-A4C4-0F4C-0E08-9C0B095EDCF4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rcRect t="22996"/>
          <a:stretch/>
        </p:blipFill>
        <p:spPr>
          <a:xfrm>
            <a:off x="1009651" y="2600324"/>
            <a:ext cx="10629900" cy="4257676"/>
          </a:xfrm>
        </p:spPr>
      </p:pic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034473"/>
            <a:ext cx="6758801" cy="812800"/>
          </a:xfrm>
        </p:spPr>
        <p:txBody>
          <a:bodyPr/>
          <a:lstStyle/>
          <a:p>
            <a:r>
              <a:rPr lang="en-US" b="1" dirty="0"/>
              <a:t> Introduction to </a:t>
            </a:r>
            <a:r>
              <a:rPr lang="en-US" b="1" spc="300" dirty="0"/>
              <a:t>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97F60-88E2-C430-D52B-6604405AD5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tuple is a finite sequence or ordered list of elements.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Features: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Immutable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Ordered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Allows duplicates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Tuples use syntax “</a:t>
            </a:r>
            <a:r>
              <a:rPr lang="en-US" sz="2400" b="1" dirty="0"/>
              <a:t>( )</a:t>
            </a:r>
            <a:r>
              <a:rPr lang="en-US" sz="2400" dirty="0"/>
              <a:t>”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  <p:pic>
        <p:nvPicPr>
          <p:cNvPr id="15" name="Picture Placeholder 14" descr="A person in an apron holding a computer">
            <a:extLst>
              <a:ext uri="{FF2B5EF4-FFF2-40B4-BE49-F238E27FC236}">
                <a16:creationId xmlns:a16="http://schemas.microsoft.com/office/drawing/2014/main" id="{48869757-F643-C013-26AA-3DDE9508009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31" r="331"/>
          <a:stretch/>
        </p:blipFill>
        <p:spPr>
          <a:xfrm>
            <a:off x="7623125" y="-20757"/>
            <a:ext cx="4589511" cy="6555026"/>
          </a:xfrm>
        </p:spPr>
      </p:pic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0"/>
            <a:ext cx="10360152" cy="914400"/>
          </a:xfrm>
        </p:spPr>
        <p:txBody>
          <a:bodyPr/>
          <a:lstStyle/>
          <a:p>
            <a:pPr algn="ctr"/>
            <a:r>
              <a:rPr lang="en-US" b="1" dirty="0"/>
              <a:t>Common </a:t>
            </a:r>
            <a:r>
              <a:rPr lang="en-US" b="1" spc="300" dirty="0"/>
              <a:t>Tuples</a:t>
            </a:r>
            <a:r>
              <a:rPr lang="en-US" b="1" dirty="0"/>
              <a:t> Operation 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F2BA06-39BD-0413-D150-70F75EA6CC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991362"/>
            <a:ext cx="3364992" cy="126606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Access element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Count an item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Find index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81BFDF0-EC4C-F617-1C38-A723D4CB5EE2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rcRect t="19240"/>
          <a:stretch/>
        </p:blipFill>
        <p:spPr>
          <a:xfrm>
            <a:off x="609599" y="2967038"/>
            <a:ext cx="11277601" cy="3267076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2446"/>
            <a:ext cx="12192000" cy="914400"/>
          </a:xfrm>
        </p:spPr>
        <p:txBody>
          <a:bodyPr/>
          <a:lstStyle/>
          <a:p>
            <a:pPr algn="ctr"/>
            <a:r>
              <a:rPr lang="en-US" sz="3600" b="1" dirty="0"/>
              <a:t>Difference between </a:t>
            </a:r>
            <a:r>
              <a:rPr lang="en-US" sz="3600" b="1" spc="300" dirty="0"/>
              <a:t>Lists</a:t>
            </a:r>
            <a:r>
              <a:rPr lang="en-US" sz="3600" b="1" dirty="0"/>
              <a:t> and </a:t>
            </a:r>
            <a:r>
              <a:rPr lang="en-US" sz="3600" b="1" spc="300" dirty="0"/>
              <a:t>Tuples 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D3F53A55-1F2B-EB7F-3E43-C43170D7798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160086052"/>
              </p:ext>
            </p:extLst>
          </p:nvPr>
        </p:nvGraphicFramePr>
        <p:xfrm>
          <a:off x="1762125" y="1812457"/>
          <a:ext cx="8667750" cy="4759797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549743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3093235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2024772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</a:tblGrid>
              <a:tr h="753846">
                <a:tc>
                  <a:txBody>
                    <a:bodyPr/>
                    <a:lstStyle/>
                    <a:p>
                      <a:r>
                        <a:rPr lang="en-US" sz="2800" b="1" dirty="0"/>
                        <a:t>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TUPLES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753846">
                <a:tc>
                  <a:txBody>
                    <a:bodyPr/>
                    <a:lstStyle/>
                    <a:p>
                      <a:r>
                        <a:rPr lang="en-US" sz="2000" b="1" dirty="0"/>
                        <a:t>Syntax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[]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753846">
                <a:tc>
                  <a:txBody>
                    <a:bodyPr/>
                    <a:lstStyle/>
                    <a:p>
                      <a:r>
                        <a:rPr lang="en-US" sz="2000" b="1" dirty="0"/>
                        <a:t>Mutable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753846">
                <a:tc>
                  <a:txBody>
                    <a:bodyPr/>
                    <a:lstStyle/>
                    <a:p>
                      <a:r>
                        <a:rPr lang="en-US" sz="2000" b="1" dirty="0"/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Slightly slower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Faster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753846">
                <a:tc>
                  <a:txBody>
                    <a:bodyPr/>
                    <a:lstStyle/>
                    <a:p>
                      <a:r>
                        <a:rPr lang="en-US" sz="2000" b="1" dirty="0"/>
                        <a:t>Memory 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More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Less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194648"/>
                  </a:ext>
                </a:extLst>
              </a:tr>
              <a:tr h="990567">
                <a:tc>
                  <a:txBody>
                    <a:bodyPr/>
                    <a:lstStyle/>
                    <a:p>
                      <a:r>
                        <a:rPr lang="en-US" sz="2000" b="1" dirty="0"/>
                        <a:t>Ordered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50325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648" y="978409"/>
            <a:ext cx="10360152" cy="914400"/>
          </a:xfrm>
        </p:spPr>
        <p:txBody>
          <a:bodyPr/>
          <a:lstStyle/>
          <a:p>
            <a:r>
              <a:rPr lang="en-US" sz="4800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B0F3C-5228-C9FB-1212-1D4894C80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93648" y="2229611"/>
            <a:ext cx="8782051" cy="420928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Lists are </a:t>
            </a:r>
            <a:r>
              <a:rPr lang="en-US" sz="2400" b="1" dirty="0"/>
              <a:t>mutable</a:t>
            </a:r>
            <a:r>
              <a:rPr lang="en-US" sz="2400" dirty="0"/>
              <a:t>, making them ideal for data that changes.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Tuples are </a:t>
            </a:r>
            <a:r>
              <a:rPr lang="en-US" sz="2400" b="1" dirty="0"/>
              <a:t>immutable</a:t>
            </a:r>
            <a:r>
              <a:rPr lang="en-US" sz="2400" dirty="0"/>
              <a:t>, making them suitable for fixed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Both are ordered collections and support indexing and iteration.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Choosing between a list and a tuple depends on whether the data needs to be modified.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1918" y="2790824"/>
            <a:ext cx="5868163" cy="1276351"/>
          </a:xfrm>
        </p:spPr>
        <p:txBody>
          <a:bodyPr/>
          <a:lstStyle/>
          <a:p>
            <a:r>
              <a:rPr lang="en-US" sz="8800" b="1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81974" y="6181725"/>
            <a:ext cx="3781425" cy="504825"/>
          </a:xfrm>
        </p:spPr>
        <p:txBody>
          <a:bodyPr anchor="ctr">
            <a:normAutofit/>
          </a:bodyPr>
          <a:lstStyle/>
          <a:p>
            <a:r>
              <a:rPr lang="en-US" sz="2400" b="1" dirty="0">
                <a:latin typeface="+mj-lt"/>
              </a:rPr>
              <a:t>Made By</a:t>
            </a:r>
            <a:r>
              <a:rPr lang="en-US" sz="2400" dirty="0"/>
              <a:t>: Fareha Asfar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71af3243-3dd4-4a8d-8c0d-dd76da1f02a5"/>
    <ds:schemaRef ds:uri="16c05727-aa75-4e4a-9b5f-8a80a1165891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{2CE058FB-7DFC-485E-94BB-3937D9F19F31}TF1ed9553b-00c4-4092-846a-c8f7f2908f3beecd942f_win32-8e33096c3cfc</Template>
  <TotalTime>151</TotalTime>
  <Words>195</Words>
  <Application>Microsoft Office PowerPoint</Application>
  <PresentationFormat>Widescreen</PresentationFormat>
  <Paragraphs>62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Courier New</vt:lpstr>
      <vt:lpstr>Gill Sans Nova Light</vt:lpstr>
      <vt:lpstr>Google Sans</vt:lpstr>
      <vt:lpstr>Sagona Book</vt:lpstr>
      <vt:lpstr>Wingdings</vt:lpstr>
      <vt:lpstr>Custom</vt:lpstr>
      <vt:lpstr>Lists and Tuples </vt:lpstr>
      <vt:lpstr>Introduction to Lists </vt:lpstr>
      <vt:lpstr>PowerPoint Presentation</vt:lpstr>
      <vt:lpstr> Introduction to Tuples</vt:lpstr>
      <vt:lpstr>Common Tuples Operation </vt:lpstr>
      <vt:lpstr>Difference between Lists and Tuples 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Aetesam Asfar 092</dc:creator>
  <cp:lastModifiedBy>Aetesam Asfar 092</cp:lastModifiedBy>
  <cp:revision>3</cp:revision>
  <dcterms:created xsi:type="dcterms:W3CDTF">2026-07-14T17:14:02Z</dcterms:created>
  <dcterms:modified xsi:type="dcterms:W3CDTF">2026-07-15T23:40:00Z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